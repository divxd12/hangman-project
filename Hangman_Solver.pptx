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14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40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69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61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33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65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863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35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125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24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73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0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92751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053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21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611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9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75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9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Hangman Solver Automat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D6785-85C8-C613-5502-DE7B72B575CC}"/>
              </a:ext>
            </a:extLst>
          </p:cNvPr>
          <p:cNvSpPr txBox="1"/>
          <p:nvPr/>
        </p:nvSpPr>
        <p:spPr>
          <a:xfrm>
            <a:off x="1045029" y="3780064"/>
            <a:ext cx="6604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Implementare Python • Procesare CSV • Euristica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399A68-98F3-D78F-3285-F75203266F1C}"/>
              </a:ext>
            </a:extLst>
          </p:cNvPr>
          <p:cNvSpPr txBox="1"/>
          <p:nvPr/>
        </p:nvSpPr>
        <p:spPr>
          <a:xfrm>
            <a:off x="7062107" y="4359729"/>
            <a:ext cx="1673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Puscas David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Scopul</a:t>
            </a:r>
            <a:r>
              <a:rPr lang="en-US" dirty="0"/>
              <a:t> </a:t>
            </a:r>
            <a:r>
              <a:rPr lang="en-US" dirty="0" err="1"/>
              <a:t>codului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Aplicația</a:t>
            </a:r>
            <a:r>
              <a:rPr lang="en-US" dirty="0"/>
              <a:t> </a:t>
            </a:r>
            <a:r>
              <a:rPr lang="en-US" dirty="0" err="1"/>
              <a:t>proceseaza</a:t>
            </a:r>
            <a:r>
              <a:rPr lang="en-US" dirty="0"/>
              <a:t> automat </a:t>
            </a:r>
            <a:r>
              <a:rPr lang="en-US" dirty="0" err="1"/>
              <a:t>datele</a:t>
            </a:r>
            <a:r>
              <a:rPr lang="en-US" dirty="0"/>
              <a:t> de </a:t>
            </a:r>
            <a:r>
              <a:rPr lang="en-US" dirty="0" err="1"/>
              <a:t>joc</a:t>
            </a:r>
            <a:r>
              <a:rPr lang="en-US" dirty="0"/>
              <a:t> </a:t>
            </a:r>
            <a:r>
              <a:rPr lang="en-US" dirty="0" err="1"/>
              <a:t>dintr</a:t>
            </a:r>
            <a:r>
              <a:rPr lang="en-US" dirty="0"/>
              <a:t>-un </a:t>
            </a:r>
            <a:r>
              <a:rPr lang="en-US" dirty="0" err="1"/>
              <a:t>fișier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exporta</a:t>
            </a:r>
            <a:r>
              <a:rPr lang="en-US" dirty="0"/>
              <a:t> </a:t>
            </a:r>
            <a:r>
              <a:rPr lang="en-US" dirty="0" err="1"/>
              <a:t>rezultatele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-un </a:t>
            </a:r>
            <a:r>
              <a:rPr lang="en-US" dirty="0" err="1"/>
              <a:t>fisier</a:t>
            </a:r>
            <a:r>
              <a:rPr lang="en-US" dirty="0"/>
              <a:t> de </a:t>
            </a:r>
            <a:r>
              <a:rPr lang="en-US" dirty="0" err="1"/>
              <a:t>iesire</a:t>
            </a:r>
            <a:r>
              <a:rPr lang="en-US" dirty="0"/>
              <a:t>.</a:t>
            </a:r>
          </a:p>
          <a:p>
            <a:r>
              <a:rPr lang="en-US" dirty="0" err="1"/>
              <a:t>Codul</a:t>
            </a:r>
            <a:r>
              <a:rPr lang="en-US" dirty="0"/>
              <a:t> </a:t>
            </a:r>
            <a:r>
              <a:rPr lang="en-US" dirty="0" err="1"/>
              <a:t>demonstreaza</a:t>
            </a:r>
            <a:r>
              <a:rPr lang="en-US" dirty="0"/>
              <a:t> </a:t>
            </a:r>
            <a:r>
              <a:rPr lang="en-US" dirty="0" err="1"/>
              <a:t>aplicarea</a:t>
            </a:r>
            <a:r>
              <a:rPr lang="en-US" dirty="0"/>
              <a:t> </a:t>
            </a:r>
            <a:r>
              <a:rPr lang="en-US" dirty="0" err="1"/>
              <a:t>tehnicilor</a:t>
            </a:r>
            <a:r>
              <a:rPr lang="en-US" dirty="0"/>
              <a:t> de </a:t>
            </a:r>
            <a:r>
              <a:rPr lang="en-US" dirty="0" err="1"/>
              <a:t>filtrare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reducerea</a:t>
            </a:r>
            <a:r>
              <a:rPr lang="en-US" dirty="0"/>
              <a:t> </a:t>
            </a:r>
            <a:r>
              <a:rPr lang="en-US" dirty="0" err="1"/>
              <a:t>spatiului</a:t>
            </a:r>
            <a:r>
              <a:rPr lang="en-US" dirty="0"/>
              <a:t> </a:t>
            </a:r>
            <a:r>
              <a:rPr lang="en-US" dirty="0" err="1"/>
              <a:t>solutiilor</a:t>
            </a:r>
            <a:r>
              <a:rPr lang="en-US" dirty="0"/>
              <a:t> in </a:t>
            </a:r>
            <a:r>
              <a:rPr lang="en-US" dirty="0" err="1"/>
              <a:t>rezolvarea</a:t>
            </a:r>
            <a:r>
              <a:rPr lang="en-US" dirty="0"/>
              <a:t> automata a </a:t>
            </a:r>
            <a:r>
              <a:rPr lang="en-US" dirty="0" err="1"/>
              <a:t>problemelor</a:t>
            </a:r>
            <a:r>
              <a:rPr lang="en-US" dirty="0"/>
              <a:t>.</a:t>
            </a:r>
          </a:p>
          <a:p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obtinute</a:t>
            </a:r>
            <a:r>
              <a:rPr lang="en-US" dirty="0"/>
              <a:t> </a:t>
            </a:r>
            <a:r>
              <a:rPr lang="en-US" dirty="0" err="1"/>
              <a:t>reduc</a:t>
            </a:r>
            <a:r>
              <a:rPr lang="en-US" dirty="0"/>
              <a:t> </a:t>
            </a:r>
            <a:r>
              <a:rPr lang="en-US" dirty="0" err="1"/>
              <a:t>progresiv</a:t>
            </a:r>
            <a:r>
              <a:rPr lang="en-US" dirty="0"/>
              <a:t> </a:t>
            </a:r>
            <a:r>
              <a:rPr lang="en-US" dirty="0" err="1"/>
              <a:t>numarul</a:t>
            </a:r>
            <a:r>
              <a:rPr lang="en-US" dirty="0"/>
              <a:t> de </a:t>
            </a:r>
            <a:r>
              <a:rPr lang="en-US" dirty="0" err="1"/>
              <a:t>cuvinte</a:t>
            </a:r>
            <a:r>
              <a:rPr lang="en-US" dirty="0"/>
              <a:t> </a:t>
            </a:r>
            <a:r>
              <a:rPr lang="en-US" dirty="0" err="1"/>
              <a:t>posibile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Input: pattern cu </a:t>
            </a:r>
            <a:r>
              <a:rPr dirty="0" err="1"/>
              <a:t>litere</a:t>
            </a:r>
            <a:r>
              <a:rPr dirty="0"/>
              <a:t> </a:t>
            </a:r>
            <a:r>
              <a:rPr dirty="0" err="1"/>
              <a:t>cunoscute</a:t>
            </a:r>
            <a:r>
              <a:rPr dirty="0"/>
              <a:t> + *</a:t>
            </a:r>
          </a:p>
          <a:p>
            <a:r>
              <a:rPr dirty="0"/>
              <a:t>Scop: </a:t>
            </a:r>
            <a:r>
              <a:rPr dirty="0" err="1"/>
              <a:t>identificarea</a:t>
            </a:r>
            <a:r>
              <a:rPr dirty="0"/>
              <a:t> </a:t>
            </a:r>
            <a:r>
              <a:rPr dirty="0" err="1"/>
              <a:t>cuv</a:t>
            </a:r>
            <a:r>
              <a:rPr lang="en-US" dirty="0" err="1"/>
              <a:t>a</a:t>
            </a:r>
            <a:r>
              <a:rPr dirty="0" err="1"/>
              <a:t>ntului</a:t>
            </a:r>
            <a:endParaRPr dirty="0"/>
          </a:p>
          <a:p>
            <a:r>
              <a:rPr dirty="0" err="1"/>
              <a:t>Constr</a:t>
            </a:r>
            <a:r>
              <a:rPr lang="en-US" dirty="0" err="1"/>
              <a:t>a</a:t>
            </a:r>
            <a:r>
              <a:rPr dirty="0" err="1"/>
              <a:t>ngere</a:t>
            </a:r>
            <a:r>
              <a:rPr dirty="0"/>
              <a:t>: &lt; 1200 </a:t>
            </a:r>
            <a:r>
              <a:rPr lang="en-US" dirty="0" err="1"/>
              <a:t>i</a:t>
            </a:r>
            <a:r>
              <a:rPr dirty="0" err="1"/>
              <a:t>ncerc</a:t>
            </a:r>
            <a:r>
              <a:rPr lang="en-US" dirty="0" err="1"/>
              <a:t>a</a:t>
            </a:r>
            <a:r>
              <a:rPr dirty="0" err="1"/>
              <a:t>ri</a:t>
            </a:r>
            <a:r>
              <a:rPr dirty="0"/>
              <a:t> </a:t>
            </a:r>
            <a:r>
              <a:rPr dirty="0" err="1"/>
              <a:t>totale</a:t>
            </a:r>
            <a:endParaRPr dirty="0"/>
          </a:p>
          <a:p>
            <a:r>
              <a:rPr dirty="0" err="1"/>
              <a:t>Rulare</a:t>
            </a:r>
            <a:r>
              <a:rPr dirty="0"/>
              <a:t> </a:t>
            </a:r>
            <a:r>
              <a:rPr dirty="0" err="1"/>
              <a:t>complet</a:t>
            </a:r>
            <a:r>
              <a:rPr dirty="0"/>
              <a:t> offline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Ideea algoritmică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Filtr</a:t>
            </a:r>
            <a:r>
              <a:rPr lang="en-US" dirty="0" err="1"/>
              <a:t>a</a:t>
            </a:r>
            <a:r>
              <a:rPr dirty="0" err="1"/>
              <a:t>m</a:t>
            </a:r>
            <a:r>
              <a:rPr dirty="0"/>
              <a:t> </a:t>
            </a:r>
            <a:r>
              <a:rPr dirty="0" err="1"/>
              <a:t>dic</a:t>
            </a:r>
            <a:r>
              <a:rPr lang="en-US" dirty="0" err="1"/>
              <a:t>t</a:t>
            </a:r>
            <a:r>
              <a:rPr dirty="0" err="1"/>
              <a:t>ionarul</a:t>
            </a:r>
            <a:r>
              <a:rPr dirty="0"/>
              <a:t> </a:t>
            </a:r>
            <a:r>
              <a:rPr dirty="0" err="1"/>
              <a:t>dup</a:t>
            </a:r>
            <a:r>
              <a:rPr lang="en-US" dirty="0" err="1"/>
              <a:t>a</a:t>
            </a:r>
            <a:r>
              <a:rPr dirty="0"/>
              <a:t> pattern</a:t>
            </a:r>
          </a:p>
          <a:p>
            <a:r>
              <a:rPr dirty="0" err="1"/>
              <a:t>Calcul</a:t>
            </a:r>
            <a:r>
              <a:rPr lang="en-US" dirty="0" err="1"/>
              <a:t>a</a:t>
            </a:r>
            <a:r>
              <a:rPr dirty="0" err="1"/>
              <a:t>m</a:t>
            </a:r>
            <a:r>
              <a:rPr dirty="0"/>
              <a:t> </a:t>
            </a:r>
            <a:r>
              <a:rPr dirty="0" err="1"/>
              <a:t>frecven</a:t>
            </a:r>
            <a:r>
              <a:rPr lang="en-US" dirty="0" err="1"/>
              <a:t>t</a:t>
            </a:r>
            <a:r>
              <a:rPr dirty="0" err="1"/>
              <a:t>a</a:t>
            </a:r>
            <a:r>
              <a:rPr dirty="0"/>
              <a:t> </a:t>
            </a:r>
            <a:r>
              <a:rPr dirty="0" err="1"/>
              <a:t>literelor</a:t>
            </a:r>
            <a:r>
              <a:rPr dirty="0"/>
              <a:t> pe </a:t>
            </a:r>
            <a:r>
              <a:rPr dirty="0" err="1"/>
              <a:t>pozi</a:t>
            </a:r>
            <a:r>
              <a:rPr lang="en-US" dirty="0" err="1"/>
              <a:t>t</a:t>
            </a:r>
            <a:r>
              <a:rPr dirty="0" err="1"/>
              <a:t>iile</a:t>
            </a:r>
            <a:r>
              <a:rPr dirty="0"/>
              <a:t> </a:t>
            </a:r>
            <a:r>
              <a:rPr dirty="0" err="1"/>
              <a:t>necunoscute</a:t>
            </a:r>
            <a:endParaRPr dirty="0"/>
          </a:p>
          <a:p>
            <a:r>
              <a:rPr dirty="0" err="1"/>
              <a:t>Ghicim</a:t>
            </a:r>
            <a:r>
              <a:rPr dirty="0"/>
              <a:t> </a:t>
            </a:r>
            <a:r>
              <a:rPr dirty="0" err="1"/>
              <a:t>litera</a:t>
            </a:r>
            <a:r>
              <a:rPr dirty="0"/>
              <a:t> cu impact maxim</a:t>
            </a:r>
          </a:p>
          <a:p>
            <a:r>
              <a:rPr dirty="0" err="1"/>
              <a:t>Repet</a:t>
            </a:r>
            <a:r>
              <a:rPr lang="en-US" dirty="0" err="1"/>
              <a:t>a</a:t>
            </a:r>
            <a:r>
              <a:rPr dirty="0" err="1"/>
              <a:t>m</a:t>
            </a:r>
            <a:r>
              <a:rPr dirty="0"/>
              <a:t> </a:t>
            </a:r>
            <a:r>
              <a:rPr dirty="0" err="1"/>
              <a:t>p</a:t>
            </a:r>
            <a:r>
              <a:rPr lang="en-US" dirty="0" err="1"/>
              <a:t>a</a:t>
            </a:r>
            <a:r>
              <a:rPr dirty="0" err="1"/>
              <a:t>n</a:t>
            </a:r>
            <a:r>
              <a:rPr lang="en-US" dirty="0" err="1"/>
              <a:t>a</a:t>
            </a:r>
            <a:r>
              <a:rPr dirty="0"/>
              <a:t> </a:t>
            </a:r>
            <a:r>
              <a:rPr dirty="0" err="1"/>
              <a:t>r</a:t>
            </a:r>
            <a:r>
              <a:rPr lang="en-US" dirty="0" err="1"/>
              <a:t>a</a:t>
            </a:r>
            <a:r>
              <a:rPr dirty="0" err="1"/>
              <a:t>m</a:t>
            </a:r>
            <a:r>
              <a:rPr lang="en-US" dirty="0" err="1"/>
              <a:t>a</a:t>
            </a:r>
            <a:r>
              <a:rPr dirty="0" err="1"/>
              <a:t>ne</a:t>
            </a:r>
            <a:r>
              <a:rPr dirty="0"/>
              <a:t> un </a:t>
            </a:r>
            <a:r>
              <a:rPr dirty="0" err="1"/>
              <a:t>singur</a:t>
            </a:r>
            <a:r>
              <a:rPr dirty="0"/>
              <a:t> </a:t>
            </a:r>
            <a:r>
              <a:rPr dirty="0" err="1"/>
              <a:t>candidat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Filtrarea candidaților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endParaRPr lang="en-US" dirty="0"/>
          </a:p>
          <a:p>
            <a:pPr>
              <a:defRPr sz="1400">
                <a:latin typeface="Consolas"/>
              </a:defRPr>
            </a:pPr>
            <a:endParaRPr lang="en-US" dirty="0"/>
          </a:p>
          <a:p>
            <a:pPr>
              <a:defRPr sz="1400">
                <a:latin typeface="Consolas"/>
              </a:defRPr>
            </a:pPr>
            <a:endParaRPr lang="en-US" dirty="0"/>
          </a:p>
          <a:p>
            <a:pPr>
              <a:defRPr sz="1400">
                <a:latin typeface="Consolas"/>
              </a:defRPr>
            </a:pPr>
            <a:r>
              <a:rPr lang="it-IT" dirty="0"/>
              <a:t>•</a:t>
            </a:r>
            <a:r>
              <a:rPr lang="en-US" sz="1400" dirty="0"/>
              <a:t> </a:t>
            </a:r>
            <a:r>
              <a:rPr lang="en-US" sz="1400" dirty="0" err="1"/>
              <a:t>Codul</a:t>
            </a:r>
            <a:r>
              <a:rPr lang="en-US" sz="1400" dirty="0"/>
              <a:t> </a:t>
            </a:r>
            <a:r>
              <a:rPr lang="en-US" sz="1400" dirty="0" err="1"/>
              <a:t>filtreaza</a:t>
            </a:r>
            <a:r>
              <a:rPr lang="en-US" sz="1400" dirty="0"/>
              <a:t> </a:t>
            </a:r>
            <a:r>
              <a:rPr lang="en-US" sz="1400" dirty="0" err="1"/>
              <a:t>lista</a:t>
            </a:r>
            <a:r>
              <a:rPr lang="en-US" sz="1400" dirty="0"/>
              <a:t> de </a:t>
            </a:r>
            <a:r>
              <a:rPr lang="en-US" sz="1400" dirty="0" err="1"/>
              <a:t>cuvinte</a:t>
            </a:r>
            <a:r>
              <a:rPr lang="en-US" sz="1400" dirty="0"/>
              <a:t>: </a:t>
            </a:r>
            <a:r>
              <a:rPr lang="en-US" sz="1400" dirty="0" err="1"/>
              <a:t>pastreaza</a:t>
            </a:r>
            <a:r>
              <a:rPr lang="en-US" sz="1400" dirty="0"/>
              <a:t> </a:t>
            </a:r>
            <a:r>
              <a:rPr lang="en-US" sz="1400" dirty="0" err="1"/>
              <a:t>doar</a:t>
            </a:r>
            <a:r>
              <a:rPr lang="en-US" sz="1400" dirty="0"/>
              <a:t> pe </a:t>
            </a:r>
            <a:r>
              <a:rPr lang="en-US" sz="1400" dirty="0" err="1"/>
              <a:t>cele</a:t>
            </a:r>
            <a:r>
              <a:rPr lang="en-US" sz="1400" dirty="0"/>
              <a:t> cu </a:t>
            </a:r>
            <a:r>
              <a:rPr lang="en-US" sz="1400" dirty="0" err="1"/>
              <a:t>lungime</a:t>
            </a:r>
            <a:r>
              <a:rPr lang="en-US" sz="1400" dirty="0"/>
              <a:t> </a:t>
            </a:r>
            <a:r>
              <a:rPr lang="en-US" sz="1400" dirty="0" err="1"/>
              <a:t>identica</a:t>
            </a:r>
            <a:r>
              <a:rPr lang="en-US" sz="1400" dirty="0"/>
              <a:t> cu </a:t>
            </a:r>
            <a:r>
              <a:rPr lang="en-US" sz="1400" dirty="0" err="1"/>
              <a:t>sablonul</a:t>
            </a:r>
            <a:r>
              <a:rPr lang="en-US" sz="1400" dirty="0"/>
              <a:t>.</a:t>
            </a:r>
            <a:endParaRPr lang="en-US" dirty="0"/>
          </a:p>
          <a:p>
            <a:pPr>
              <a:defRPr sz="1400">
                <a:latin typeface="Consolas"/>
              </a:defRPr>
            </a:pPr>
            <a:endParaRPr lang="en-US" dirty="0"/>
          </a:p>
          <a:p>
            <a:pPr>
              <a:defRPr sz="1400">
                <a:latin typeface="Consolas"/>
              </a:defRPr>
            </a:pPr>
            <a:r>
              <a:rPr lang="it-IT" dirty="0"/>
              <a:t>• </a:t>
            </a:r>
            <a:r>
              <a:rPr lang="en-US" sz="1400" dirty="0" err="1"/>
              <a:t>Elimina</a:t>
            </a:r>
            <a:r>
              <a:rPr lang="en-US" sz="1400" dirty="0"/>
              <a:t> </a:t>
            </a:r>
            <a:r>
              <a:rPr lang="en-US" sz="1400" dirty="0" err="1"/>
              <a:t>cuvintele</a:t>
            </a:r>
            <a:r>
              <a:rPr lang="en-US" sz="1400" dirty="0"/>
              <a:t> care nu se </a:t>
            </a:r>
            <a:r>
              <a:rPr lang="en-US" sz="1400" dirty="0" err="1"/>
              <a:t>potrivesc</a:t>
            </a:r>
            <a:r>
              <a:rPr lang="en-US" sz="1400" dirty="0"/>
              <a:t> cu </a:t>
            </a:r>
            <a:r>
              <a:rPr lang="en-US" sz="1400" dirty="0" err="1"/>
              <a:t>literele</a:t>
            </a:r>
            <a:r>
              <a:rPr lang="en-US" sz="1400" dirty="0"/>
              <a:t> fixe </a:t>
            </a:r>
            <a:r>
              <a:rPr lang="en-US" sz="1400" dirty="0" err="1"/>
              <a:t>deja</a:t>
            </a:r>
            <a:r>
              <a:rPr lang="en-US" sz="1400" dirty="0"/>
              <a:t> </a:t>
            </a:r>
            <a:r>
              <a:rPr lang="en-US" sz="1400" dirty="0" err="1"/>
              <a:t>cunoscute</a:t>
            </a:r>
            <a:r>
              <a:rPr lang="en-US" sz="1400" dirty="0"/>
              <a:t> din </a:t>
            </a:r>
            <a:r>
              <a:rPr lang="en-US" sz="1400" dirty="0" err="1"/>
              <a:t>sablon</a:t>
            </a:r>
            <a:endParaRPr lang="en-US" dirty="0"/>
          </a:p>
          <a:p>
            <a:pPr>
              <a:defRPr sz="1400">
                <a:latin typeface="Consolas"/>
              </a:defRPr>
            </a:pPr>
            <a:endParaRPr lang="en-US" dirty="0"/>
          </a:p>
          <a:p>
            <a:pPr>
              <a:defRPr sz="1400">
                <a:latin typeface="Consolas"/>
              </a:defRPr>
            </a:pPr>
            <a:r>
              <a:rPr lang="en-GB" sz="1400" dirty="0"/>
              <a:t>def </a:t>
            </a:r>
            <a:r>
              <a:rPr lang="en-GB" sz="1400" dirty="0" err="1"/>
              <a:t>matches_pattern</a:t>
            </a:r>
            <a:r>
              <a:rPr lang="en-GB" sz="1400" dirty="0"/>
              <a:t>(word, pattern):</a:t>
            </a:r>
          </a:p>
          <a:p>
            <a:pPr>
              <a:defRPr sz="1400">
                <a:latin typeface="Consolas"/>
              </a:defRPr>
            </a:pPr>
            <a:r>
              <a:rPr lang="en-GB" sz="1400" dirty="0"/>
              <a:t> if </a:t>
            </a:r>
            <a:r>
              <a:rPr lang="en-GB" sz="1400" dirty="0" err="1"/>
              <a:t>len</a:t>
            </a:r>
            <a:r>
              <a:rPr lang="en-GB" sz="1400" dirty="0"/>
              <a:t>(word) != </a:t>
            </a:r>
            <a:r>
              <a:rPr lang="en-GB" sz="1400" dirty="0" err="1"/>
              <a:t>len</a:t>
            </a:r>
            <a:r>
              <a:rPr lang="en-GB" sz="1400" dirty="0"/>
              <a:t>(pattern):</a:t>
            </a:r>
          </a:p>
          <a:p>
            <a:pPr>
              <a:defRPr sz="1400">
                <a:latin typeface="Consolas"/>
              </a:defRPr>
            </a:pPr>
            <a:r>
              <a:rPr lang="en-GB" sz="1400" dirty="0"/>
              <a:t>  return False</a:t>
            </a:r>
          </a:p>
          <a:p>
            <a:pPr>
              <a:defRPr sz="1400">
                <a:latin typeface="Consolas"/>
              </a:defRPr>
            </a:pPr>
            <a:r>
              <a:rPr lang="en-GB" sz="1400" dirty="0"/>
              <a:t> for </a:t>
            </a:r>
            <a:r>
              <a:rPr lang="en-GB" sz="1400" dirty="0" err="1"/>
              <a:t>wc</a:t>
            </a:r>
            <a:r>
              <a:rPr lang="en-GB" sz="1400" dirty="0"/>
              <a:t>, pc in zip(word, pattern):</a:t>
            </a:r>
          </a:p>
          <a:p>
            <a:pPr>
              <a:defRPr sz="1400">
                <a:latin typeface="Consolas"/>
              </a:defRPr>
            </a:pPr>
            <a:r>
              <a:rPr lang="en-GB" sz="1400" dirty="0"/>
              <a:t> if pc == "*":</a:t>
            </a:r>
          </a:p>
          <a:p>
            <a:pPr>
              <a:defRPr sz="1400">
                <a:latin typeface="Consolas"/>
              </a:defRPr>
            </a:pPr>
            <a:r>
              <a:rPr lang="en-GB" sz="1400" dirty="0"/>
              <a:t>  continue</a:t>
            </a:r>
          </a:p>
          <a:p>
            <a:pPr>
              <a:defRPr sz="1400">
                <a:latin typeface="Consolas"/>
              </a:defRPr>
            </a:pPr>
            <a:r>
              <a:rPr lang="en-GB" sz="1400" dirty="0"/>
              <a:t> if </a:t>
            </a:r>
            <a:r>
              <a:rPr lang="en-GB" sz="1400" dirty="0" err="1"/>
              <a:t>wc</a:t>
            </a:r>
            <a:r>
              <a:rPr lang="en-GB" sz="1400" dirty="0"/>
              <a:t> != pc:</a:t>
            </a:r>
          </a:p>
          <a:p>
            <a:pPr>
              <a:defRPr sz="1400">
                <a:latin typeface="Consolas"/>
              </a:defRPr>
            </a:pPr>
            <a:r>
              <a:rPr lang="en-GB" sz="1400" dirty="0"/>
              <a:t>  return False return True</a:t>
            </a:r>
          </a:p>
          <a:p>
            <a:pPr>
              <a:defRPr sz="1400">
                <a:latin typeface="Consolas"/>
              </a:defRPr>
            </a:pPr>
            <a:endParaRPr lang="en-GB" sz="1400" dirty="0"/>
          </a:p>
          <a:p>
            <a:pPr>
              <a:defRPr sz="1400">
                <a:latin typeface="Consolas"/>
              </a:defRPr>
            </a:pPr>
            <a:endParaRPr lang="en-GB" sz="1400" dirty="0"/>
          </a:p>
          <a:p>
            <a:pPr>
              <a:defRPr sz="1400">
                <a:latin typeface="Consolas"/>
              </a:defRPr>
            </a:pPr>
            <a:r>
              <a:rPr lang="en-GB" dirty="0"/>
              <a:t>candidates = [w for w in words if </a:t>
            </a:r>
            <a:r>
              <a:rPr lang="en-GB" dirty="0" err="1"/>
              <a:t>len</a:t>
            </a:r>
            <a:r>
              <a:rPr lang="en-GB" dirty="0"/>
              <a:t>(w) == L and </a:t>
            </a:r>
            <a:r>
              <a:rPr lang="en-GB" dirty="0" err="1"/>
              <a:t>matches_pattern</a:t>
            </a:r>
            <a:r>
              <a:rPr lang="en-GB" dirty="0"/>
              <a:t>(w, pattern)]</a:t>
            </a:r>
          </a:p>
          <a:p>
            <a:pPr>
              <a:defRPr sz="1400">
                <a:latin typeface="Consolas"/>
              </a:defRPr>
            </a:pP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Alegerea celei mai bune litere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endParaRPr lang="en-US" dirty="0"/>
          </a:p>
          <a:p>
            <a:pPr>
              <a:defRPr sz="1400">
                <a:latin typeface="Consolas"/>
              </a:defRPr>
            </a:pPr>
            <a:endParaRPr lang="en-US" dirty="0"/>
          </a:p>
          <a:p>
            <a:pPr>
              <a:defRPr sz="1400">
                <a:latin typeface="Consolas"/>
              </a:defRPr>
            </a:pPr>
            <a:endParaRPr lang="en-US" dirty="0"/>
          </a:p>
          <a:p>
            <a:pPr>
              <a:defRPr sz="1400">
                <a:latin typeface="Consolas"/>
              </a:defRPr>
            </a:pPr>
            <a:endParaRPr lang="en-US" dirty="0"/>
          </a:p>
          <a:p>
            <a:pPr>
              <a:defRPr sz="1400">
                <a:latin typeface="Consolas"/>
              </a:defRPr>
            </a:pPr>
            <a:r>
              <a:rPr lang="it-IT" dirty="0"/>
              <a:t>•</a:t>
            </a:r>
            <a:r>
              <a:rPr lang="en-US" sz="1400" dirty="0"/>
              <a:t> </a:t>
            </a:r>
            <a:r>
              <a:rPr lang="en-US" sz="1400" dirty="0" err="1"/>
              <a:t>Calculează</a:t>
            </a:r>
            <a:r>
              <a:rPr lang="en-US" sz="1400" dirty="0"/>
              <a:t> </a:t>
            </a:r>
            <a:r>
              <a:rPr lang="en-US" sz="1400" dirty="0" err="1"/>
              <a:t>frecvența</a:t>
            </a:r>
            <a:r>
              <a:rPr lang="en-US" sz="1400" dirty="0"/>
              <a:t> </a:t>
            </a:r>
            <a:r>
              <a:rPr lang="en-US" sz="1400" dirty="0" err="1"/>
              <a:t>literelor</a:t>
            </a:r>
            <a:r>
              <a:rPr lang="en-US" sz="1400" dirty="0"/>
              <a:t> </a:t>
            </a:r>
            <a:r>
              <a:rPr lang="en-US" sz="1400" dirty="0" err="1"/>
              <a:t>în</a:t>
            </a:r>
            <a:r>
              <a:rPr lang="en-US" sz="1400" dirty="0"/>
              <a:t> </a:t>
            </a:r>
            <a:r>
              <a:rPr lang="en-US" sz="1400" i="1" dirty="0" err="1"/>
              <a:t>pozițiile</a:t>
            </a:r>
            <a:r>
              <a:rPr lang="en-US" sz="1400" i="1" dirty="0"/>
              <a:t> </a:t>
            </a:r>
            <a:r>
              <a:rPr lang="en-US" sz="1400" i="1" dirty="0" err="1"/>
              <a:t>necunoscute</a:t>
            </a:r>
            <a:r>
              <a:rPr lang="en-US" sz="1400" dirty="0"/>
              <a:t> ale </a:t>
            </a:r>
            <a:r>
              <a:rPr lang="en-US" sz="1400" dirty="0" err="1"/>
              <a:t>unui</a:t>
            </a:r>
            <a:r>
              <a:rPr lang="en-US" sz="1400" dirty="0"/>
              <a:t> </a:t>
            </a:r>
            <a:r>
              <a:rPr lang="en-US" sz="1400" dirty="0" err="1"/>
              <a:t>șablon</a:t>
            </a:r>
            <a:r>
              <a:rPr lang="en-US" sz="1400" dirty="0"/>
              <a:t> de </a:t>
            </a:r>
            <a:r>
              <a:rPr lang="en-US" sz="1400" dirty="0" err="1"/>
              <a:t>cuvânt</a:t>
            </a:r>
            <a:r>
              <a:rPr lang="en-US" sz="1400" dirty="0"/>
              <a:t>, </a:t>
            </a:r>
            <a:r>
              <a:rPr lang="en-US" sz="1400" dirty="0" err="1"/>
              <a:t>ignorând</a:t>
            </a:r>
            <a:r>
              <a:rPr lang="en-US" sz="1400" dirty="0"/>
              <a:t> </a:t>
            </a:r>
            <a:r>
              <a:rPr lang="en-US" sz="1400" dirty="0" err="1"/>
              <a:t>literele</a:t>
            </a:r>
            <a:r>
              <a:rPr lang="en-US" sz="1400" dirty="0"/>
              <a:t> </a:t>
            </a:r>
            <a:r>
              <a:rPr lang="en-US" sz="1400" dirty="0" err="1"/>
              <a:t>deja</a:t>
            </a:r>
            <a:r>
              <a:rPr lang="en-US" sz="1400" dirty="0"/>
              <a:t> </a:t>
            </a:r>
            <a:r>
              <a:rPr lang="en-US" sz="1400" dirty="0" err="1"/>
              <a:t>ghicite</a:t>
            </a:r>
            <a:endParaRPr lang="en-US" dirty="0"/>
          </a:p>
          <a:p>
            <a:pPr>
              <a:defRPr sz="1400">
                <a:latin typeface="Consolas"/>
              </a:defRPr>
            </a:pPr>
            <a:endParaRPr lang="en-US" dirty="0"/>
          </a:p>
          <a:p>
            <a:pPr>
              <a:defRPr sz="1400">
                <a:latin typeface="Consolas"/>
              </a:defRPr>
            </a:pPr>
            <a:endParaRPr lang="en-US" dirty="0"/>
          </a:p>
          <a:p>
            <a:pPr>
              <a:defRPr sz="1400">
                <a:latin typeface="Consolas"/>
              </a:defRPr>
            </a:pPr>
            <a:endParaRPr lang="en-US" dirty="0"/>
          </a:p>
          <a:p>
            <a:pPr>
              <a:defRPr sz="1400">
                <a:latin typeface="Consolas"/>
              </a:defRPr>
            </a:pPr>
            <a:r>
              <a:rPr lang="en-GB" dirty="0"/>
              <a:t>def </a:t>
            </a:r>
            <a:r>
              <a:rPr lang="en-GB" dirty="0" err="1"/>
              <a:t>best_letter_by_freq</a:t>
            </a:r>
            <a:r>
              <a:rPr lang="en-GB" dirty="0"/>
              <a:t>(candidates, guessed):</a:t>
            </a:r>
          </a:p>
          <a:p>
            <a:pPr>
              <a:defRPr sz="1400">
                <a:latin typeface="Consolas"/>
              </a:defRPr>
            </a:pPr>
            <a:r>
              <a:rPr lang="en-GB" dirty="0"/>
              <a:t>    </a:t>
            </a:r>
            <a:r>
              <a:rPr lang="en-GB" dirty="0" err="1"/>
              <a:t>cnt</a:t>
            </a:r>
            <a:r>
              <a:rPr lang="en-GB" dirty="0"/>
              <a:t> = Counter()</a:t>
            </a:r>
          </a:p>
          <a:p>
            <a:pPr>
              <a:defRPr sz="1400">
                <a:latin typeface="Consolas"/>
              </a:defRPr>
            </a:pPr>
            <a:r>
              <a:rPr lang="en-GB" dirty="0"/>
              <a:t>    for w in candidates:</a:t>
            </a:r>
          </a:p>
          <a:p>
            <a:pPr>
              <a:defRPr sz="1400">
                <a:latin typeface="Consolas"/>
              </a:defRPr>
            </a:pPr>
            <a:r>
              <a:rPr lang="en-GB" dirty="0"/>
              <a:t>        for </a:t>
            </a:r>
            <a:r>
              <a:rPr lang="en-GB" dirty="0" err="1"/>
              <a:t>ch</a:t>
            </a:r>
            <a:r>
              <a:rPr lang="en-GB" dirty="0"/>
              <a:t> in set(w):</a:t>
            </a:r>
          </a:p>
          <a:p>
            <a:pPr>
              <a:defRPr sz="1400">
                <a:latin typeface="Consolas"/>
              </a:defRPr>
            </a:pPr>
            <a:r>
              <a:rPr lang="en-GB" dirty="0"/>
              <a:t>            if </a:t>
            </a:r>
            <a:r>
              <a:rPr lang="en-GB" dirty="0" err="1"/>
              <a:t>ch</a:t>
            </a:r>
            <a:r>
              <a:rPr lang="en-GB" dirty="0"/>
              <a:t> not in guessed:</a:t>
            </a:r>
          </a:p>
          <a:p>
            <a:pPr>
              <a:defRPr sz="1400">
                <a:latin typeface="Consolas"/>
              </a:defRPr>
            </a:pPr>
            <a:r>
              <a:rPr lang="en-GB" dirty="0"/>
              <a:t>                </a:t>
            </a:r>
            <a:r>
              <a:rPr lang="en-GB" dirty="0" err="1"/>
              <a:t>cnt</a:t>
            </a:r>
            <a:r>
              <a:rPr lang="en-GB" dirty="0"/>
              <a:t>[</a:t>
            </a:r>
            <a:r>
              <a:rPr lang="en-GB" dirty="0" err="1"/>
              <a:t>ch</a:t>
            </a:r>
            <a:r>
              <a:rPr lang="en-GB" dirty="0"/>
              <a:t>] += 1</a:t>
            </a:r>
          </a:p>
          <a:p>
            <a:pPr>
              <a:defRPr sz="1400">
                <a:latin typeface="Consolas"/>
              </a:defRPr>
            </a:pPr>
            <a:r>
              <a:rPr lang="en-GB" dirty="0"/>
              <a:t>    return </a:t>
            </a:r>
            <a:r>
              <a:rPr lang="en-GB" dirty="0" err="1"/>
              <a:t>cnt.most_common</a:t>
            </a:r>
            <a:r>
              <a:rPr lang="en-GB" dirty="0"/>
              <a:t>(1)[0][0] if </a:t>
            </a:r>
            <a:r>
              <a:rPr lang="en-GB" dirty="0" err="1"/>
              <a:t>cnt</a:t>
            </a:r>
            <a:r>
              <a:rPr lang="en-GB" dirty="0"/>
              <a:t> else None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 ce funcționează bine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Litera aleasă maximizează informația obținută</a:t>
            </a:r>
          </a:p>
          <a:p>
            <a:r>
              <a:t>Reduce rapid numărul de candidați</a:t>
            </a:r>
          </a:p>
          <a:p>
            <a:r>
              <a:t>E robust la cuvinte lungi sau rare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Rezultate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Toate</a:t>
            </a:r>
            <a:r>
              <a:rPr dirty="0"/>
              <a:t> </a:t>
            </a:r>
            <a:r>
              <a:rPr dirty="0" err="1"/>
              <a:t>instanțele</a:t>
            </a:r>
            <a:r>
              <a:rPr dirty="0"/>
              <a:t> </a:t>
            </a:r>
            <a:r>
              <a:rPr dirty="0" err="1"/>
              <a:t>rezolvate</a:t>
            </a:r>
            <a:r>
              <a:rPr dirty="0"/>
              <a:t> </a:t>
            </a:r>
            <a:r>
              <a:rPr dirty="0" err="1"/>
              <a:t>corect</a:t>
            </a:r>
            <a:endParaRPr dirty="0"/>
          </a:p>
          <a:p>
            <a:r>
              <a:rPr dirty="0" err="1"/>
              <a:t>Număr</a:t>
            </a:r>
            <a:r>
              <a:rPr dirty="0"/>
              <a:t> mic de </a:t>
            </a:r>
            <a:r>
              <a:rPr dirty="0" err="1"/>
              <a:t>încercări</a:t>
            </a:r>
            <a:r>
              <a:rPr dirty="0"/>
              <a:t> per </a:t>
            </a:r>
            <a:r>
              <a:rPr dirty="0" err="1"/>
              <a:t>cuvânt</a:t>
            </a:r>
            <a:endParaRPr dirty="0"/>
          </a:p>
          <a:p>
            <a:r>
              <a:rPr dirty="0" err="1"/>
              <a:t>Scalabil</a:t>
            </a:r>
            <a:r>
              <a:rPr dirty="0"/>
              <a:t> </a:t>
            </a:r>
            <a:r>
              <a:rPr dirty="0" err="1"/>
              <a:t>pentru</a:t>
            </a:r>
            <a:r>
              <a:rPr dirty="0"/>
              <a:t> </a:t>
            </a:r>
            <a:r>
              <a:rPr dirty="0" err="1"/>
              <a:t>fișiere</a:t>
            </a:r>
            <a:r>
              <a:rPr dirty="0"/>
              <a:t> </a:t>
            </a:r>
            <a:r>
              <a:rPr dirty="0" err="1"/>
              <a:t>mari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Limitări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Depinde</a:t>
            </a:r>
            <a:r>
              <a:rPr dirty="0"/>
              <a:t> de </a:t>
            </a:r>
            <a:r>
              <a:rPr dirty="0" err="1"/>
              <a:t>calitatea</a:t>
            </a:r>
            <a:r>
              <a:rPr dirty="0"/>
              <a:t> </a:t>
            </a:r>
            <a:r>
              <a:rPr dirty="0" err="1"/>
              <a:t>dicționarului</a:t>
            </a:r>
            <a:endParaRPr dirty="0"/>
          </a:p>
          <a:p>
            <a:r>
              <a:rPr dirty="0"/>
              <a:t>Nu </a:t>
            </a:r>
            <a:r>
              <a:rPr dirty="0" err="1"/>
              <a:t>ghicește</a:t>
            </a:r>
            <a:r>
              <a:rPr dirty="0"/>
              <a:t> direct </a:t>
            </a:r>
            <a:r>
              <a:rPr dirty="0" err="1"/>
              <a:t>cuvântul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Concluzie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de </a:t>
            </a:r>
            <a:r>
              <a:rPr dirty="0" err="1"/>
              <a:t>informație</a:t>
            </a:r>
            <a:r>
              <a:rPr dirty="0"/>
              <a:t>, nu </a:t>
            </a:r>
            <a:r>
              <a:rPr dirty="0" err="1"/>
              <a:t>noroc</a:t>
            </a:r>
            <a:endParaRPr dirty="0"/>
          </a:p>
          <a:p>
            <a:r>
              <a:rPr dirty="0" err="1"/>
              <a:t>Euristicile</a:t>
            </a:r>
            <a:r>
              <a:rPr dirty="0"/>
              <a:t> simple sunt </a:t>
            </a:r>
            <a:r>
              <a:rPr dirty="0" err="1"/>
              <a:t>surprinzător</a:t>
            </a:r>
            <a:r>
              <a:rPr dirty="0"/>
              <a:t> de </a:t>
            </a:r>
            <a:r>
              <a:rPr dirty="0" err="1"/>
              <a:t>eficiente</a:t>
            </a:r>
            <a:endParaRPr dirty="0"/>
          </a:p>
          <a:p>
            <a:r>
              <a:rPr dirty="0"/>
              <a:t>Hangman </a:t>
            </a:r>
            <a:r>
              <a:rPr dirty="0" err="1"/>
              <a:t>devine</a:t>
            </a:r>
            <a:r>
              <a:rPr dirty="0"/>
              <a:t> un </a:t>
            </a:r>
            <a:r>
              <a:rPr dirty="0" err="1"/>
              <a:t>exercițiu</a:t>
            </a:r>
            <a:r>
              <a:rPr dirty="0"/>
              <a:t> elegant de AI </a:t>
            </a:r>
            <a:r>
              <a:rPr dirty="0" err="1"/>
              <a:t>clasic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274</TotalTime>
  <Words>392</Words>
  <Application>Microsoft Office PowerPoint</Application>
  <PresentationFormat>On-screen Show (4:3)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Vapor Trail</vt:lpstr>
      <vt:lpstr>Hangman Solver Automat</vt:lpstr>
      <vt:lpstr>Scopul codului</vt:lpstr>
      <vt:lpstr>Problema</vt:lpstr>
      <vt:lpstr>Ideea algoritmică</vt:lpstr>
      <vt:lpstr>Filtrarea candidaților</vt:lpstr>
      <vt:lpstr>Alegerea celei mai bune litere</vt:lpstr>
      <vt:lpstr>De ce funcționează bine</vt:lpstr>
      <vt:lpstr>Rezultate</vt:lpstr>
      <vt:lpstr>Limitări</vt:lpstr>
      <vt:lpstr>Concluzie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Puscas</cp:lastModifiedBy>
  <cp:revision>5</cp:revision>
  <dcterms:created xsi:type="dcterms:W3CDTF">2013-01-27T09:14:16Z</dcterms:created>
  <dcterms:modified xsi:type="dcterms:W3CDTF">2026-01-12T12:31:52Z</dcterms:modified>
  <cp:category/>
</cp:coreProperties>
</file>